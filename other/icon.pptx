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3CC"/>
    <a:srgbClr val="FFFF05"/>
    <a:srgbClr val="FC0100"/>
    <a:srgbClr val="FFB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4"/>
  </p:normalViewPr>
  <p:slideViewPr>
    <p:cSldViewPr snapToGrid="0" showGuides="1">
      <p:cViewPr>
        <p:scale>
          <a:sx n="81" d="100"/>
          <a:sy n="81" d="100"/>
        </p:scale>
        <p:origin x="1832" y="808"/>
      </p:cViewPr>
      <p:guideLst>
        <p:guide orient="horz" pos="2268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6877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638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147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9539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233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070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2272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155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5580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12343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3519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3BE86-6D29-024A-A61B-1A679C123AA2}" type="datetimeFigureOut">
              <a:rPr kumimoji="1" lang="zh-TW" altLang="en-US" smtClean="0"/>
              <a:t>2026/2/12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D1E-41F6-1246-9EB1-E6B2FFC95E4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621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4EA6EBD-2A37-1AF4-5648-17750522F6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16" t="2256" r="16806" b="1128"/>
          <a:stretch/>
        </p:blipFill>
        <p:spPr>
          <a:xfrm>
            <a:off x="0" y="793"/>
            <a:ext cx="4908925" cy="719931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2C45ECD-F933-961E-54A4-A1F4543273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78" t="2256" r="16806" b="1128"/>
          <a:stretch/>
        </p:blipFill>
        <p:spPr>
          <a:xfrm>
            <a:off x="3331228" y="0"/>
            <a:ext cx="3868085" cy="719852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C12F7ED-9654-4172-0FBB-9CBA0E9A4432}"/>
              </a:ext>
            </a:extLst>
          </p:cNvPr>
          <p:cNvSpPr/>
          <p:nvPr/>
        </p:nvSpPr>
        <p:spPr>
          <a:xfrm>
            <a:off x="609600" y="676275"/>
            <a:ext cx="5972175" cy="578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600" b="1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B6B50B-9C5A-EB36-2A61-E58BD408C680}"/>
              </a:ext>
            </a:extLst>
          </p:cNvPr>
          <p:cNvSpPr/>
          <p:nvPr/>
        </p:nvSpPr>
        <p:spPr>
          <a:xfrm>
            <a:off x="600696" y="674689"/>
            <a:ext cx="2994991" cy="2924967"/>
          </a:xfrm>
          <a:prstGeom prst="rect">
            <a:avLst/>
          </a:prstGeom>
          <a:solidFill>
            <a:srgbClr val="FF0000">
              <a:alpha val="7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28EB4D-0B9D-3948-9F9A-70480037E9B8}"/>
              </a:ext>
            </a:extLst>
          </p:cNvPr>
          <p:cNvSpPr/>
          <p:nvPr/>
        </p:nvSpPr>
        <p:spPr>
          <a:xfrm>
            <a:off x="3595687" y="673103"/>
            <a:ext cx="2994991" cy="2924967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1C56C6-7281-5325-A35C-59CB95805FE9}"/>
              </a:ext>
            </a:extLst>
          </p:cNvPr>
          <p:cNvSpPr/>
          <p:nvPr/>
        </p:nvSpPr>
        <p:spPr>
          <a:xfrm>
            <a:off x="617537" y="3598070"/>
            <a:ext cx="2973698" cy="2864939"/>
          </a:xfrm>
          <a:prstGeom prst="rect">
            <a:avLst/>
          </a:prstGeom>
          <a:solidFill>
            <a:srgbClr val="FFFF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5B7FAE-F31D-D50F-300A-AB5B92242738}"/>
              </a:ext>
            </a:extLst>
          </p:cNvPr>
          <p:cNvSpPr/>
          <p:nvPr/>
        </p:nvSpPr>
        <p:spPr>
          <a:xfrm>
            <a:off x="3609044" y="3596484"/>
            <a:ext cx="2972732" cy="2866525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拉</a:t>
            </a:r>
          </a:p>
        </p:txBody>
      </p:sp>
    </p:spTree>
    <p:extLst>
      <p:ext uri="{BB962C8B-B14F-4D97-AF65-F5344CB8AC3E}">
        <p14:creationId xmlns:p14="http://schemas.microsoft.com/office/powerpoint/2010/main" val="2295472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1894</TotalTime>
  <Words>4</Words>
  <Application>Microsoft Macintosh PowerPoint</Application>
  <PresentationFormat>自訂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Microsoft JhengHei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東東 陳</dc:creator>
  <cp:lastModifiedBy>東東 陳</cp:lastModifiedBy>
  <cp:revision>2</cp:revision>
  <dcterms:created xsi:type="dcterms:W3CDTF">2026-02-12T06:16:19Z</dcterms:created>
  <dcterms:modified xsi:type="dcterms:W3CDTF">2026-02-13T13:50:38Z</dcterms:modified>
</cp:coreProperties>
</file>